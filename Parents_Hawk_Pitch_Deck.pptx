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280160"/>
            <a:ext cx="5029200" cy="5029200"/>
          </a:xfrm>
          <a:prstGeom prst="ellipse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4114800" cy="4114800"/>
          </a:xfrm>
          <a:prstGeom prst="ellipse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PARENT'S HAWK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watchful, trust-first expense tracker for the money a child spends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|  Design Thinking + Business Model Canvas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hand over cash or a card and lose all sight of how, where, and how fast it's spent.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8308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teaching moment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record to review together, spending never becomes a lesson in budgeting.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78308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confusion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154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dealing in Rs, $, or other currencies (remittances, travel) can't see one true total.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Problem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parent-managed ledger app that tracks a child's spending in real time, across currencies, without taking away the child's independence.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19456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11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signup: Name + Phone + Password, OTP-verified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315468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718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sign-in via Phone + Password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411480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319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views: Daily, Weekly, Monthly, Yearly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20116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17" name="Shape 15"/>
          <p:cNvSpPr/>
          <p:nvPr/>
        </p:nvSpPr>
        <p:spPr>
          <a:xfrm>
            <a:off x="6108192" y="219456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08192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011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transaction rows in one go, delete any row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29718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21" name="Shape 19"/>
          <p:cNvSpPr/>
          <p:nvPr/>
        </p:nvSpPr>
        <p:spPr>
          <a:xfrm>
            <a:off x="6108192" y="315468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08192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9718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existing ledger transactions any 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39319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25" name="Shape 23"/>
          <p:cNvSpPr/>
          <p:nvPr/>
        </p:nvSpPr>
        <p:spPr>
          <a:xfrm>
            <a:off x="6108192" y="4114800"/>
            <a:ext cx="411480" cy="4114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08192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9319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entries auto-convert to a single Rs total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Solution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3E5C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Phone,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4320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23160" y="27432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23160" y="27432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(OTP to phone)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274320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27432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3E5C7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27432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(Phone + Password)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74320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72200" y="27432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B2A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432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Delete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74320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27432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3E5C7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27432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Ledger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(Day/Week/Month/Year)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274320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921240" y="274320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1B2A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21240" y="27432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Auto-Convert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Rs Total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designed to be low-friction for the parent and transparent for the child.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Solution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Multi-Currency Ledger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entered in $ shows a live subtotal in $. Switching the row to Rs resets that subtotal to 0 for re-entry — while the Overall Total always converts every currency, at its own rate, into one Rs figure.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51760" cy="50292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1371600" cy="50292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331720"/>
            <a:ext cx="1645920" cy="50292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1645920" cy="50292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2651760" cy="502920"/>
          </a:xfrm>
          <a:prstGeom prst="rect">
            <a:avLst/>
          </a:prstGeom>
          <a:solidFill>
            <a:srgbClr val="F4F1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lunch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834640"/>
            <a:ext cx="1371600" cy="502920"/>
          </a:xfrm>
          <a:prstGeom prst="rect">
            <a:avLst/>
          </a:prstGeom>
          <a:solidFill>
            <a:srgbClr val="F4F1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1645920" cy="502920"/>
          </a:xfrm>
          <a:prstGeom prst="rect">
            <a:avLst/>
          </a:prstGeom>
          <a:solidFill>
            <a:srgbClr val="F4F1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834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1645920" cy="502920"/>
          </a:xfrm>
          <a:prstGeom prst="rect">
            <a:avLst/>
          </a:prstGeom>
          <a:solidFill>
            <a:srgbClr val="F4F1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834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2651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purchase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33756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0" y="3337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33756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3337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33756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337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 → 0*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*Switching currency on a row zeroes that row's subtotal for fresh entry.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78240" y="2331720"/>
            <a:ext cx="2468880" cy="2514600"/>
          </a:xfrm>
          <a:prstGeom prst="roundRect">
            <a:avLst>
              <a:gd name="adj" fmla="val 3704"/>
            </a:avLst>
          </a:prstGeom>
          <a:solidFill>
            <a:srgbClr val="D4A01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7824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Total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3108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1,616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3977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currencies converted at live rate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Solution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Science Behind the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54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Nudge Theory (Thaler &amp; Sunstein)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totals make spending salient, improving self-regulation without hard limits.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of Proximal Development (Vygotsky)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86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parent guide, not a controller, helps children build money skill at their own pace.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319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Fogg Behavior Model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add/delete rows keep logging effortless, so the logging habit actually sticks.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3749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39776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9319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Accounting (Thaler)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6634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Auto-converting every currency into one Rs total removes a proven source of budgeting error.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Why It Works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Philosophy Behind the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54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Autonomy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Aristotelian habituation: virtues like thrift are built by repeated, observed practice — not by removing choice.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Respect, Not Surveillance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86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Kantian ethics: the child is treated as capable of self-governance; the parent's role is informed oversight.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319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Over Control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Foucault's 'soft panopticon' concern: every entry is visible and attributable, never hidden from the child.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3749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433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3977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9319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Across Currencies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6634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Rawlsian 'veil of ignorance' applied to money — every transaction is judged on the same converted scale.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Why It's Legitimate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1EA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43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5448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SMS/OTP &amp; FX-rate APIs, schools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3160" y="10515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1EA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143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55448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dev, security, ledger &amp; FX engine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0515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BF3DC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5544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cross-currency, trust-first tracking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0515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1EA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1143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55448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Self-service, transparent oversight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35440" y="105156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F4F1EA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72600" y="1143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1554480"/>
            <a:ext cx="2103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Parents, kids/teens, schools, diaspora families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1EA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8862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team, OTP + FX APIs, cloud infra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23160" y="33832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1EA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032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8862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stores, schools, social, referrals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383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7E2D6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38404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hosting, SMS/OTP, FX API, marketing, compliance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78040" y="338328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E7E2D6"/>
          </a:solidFill>
          <a:ln w="12700">
            <a:solidFill>
              <a:srgbClr val="D9D2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38404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Premium subscription · FX conversion fee · School licensing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50749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canvas with science &amp; philosophy rationale available in the companion BMC document.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Business Model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1EA"/>
          </a:solidFill>
          <a:ln w="12700">
            <a:solidFill>
              <a:srgbClr val="E5E0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55448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ledger for a single child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35440" y="1801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235440" y="1801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Subscription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69748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Multi-child accounts, analytics, export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235440" y="2944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35440" y="2944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1EA"/>
          </a:solidFill>
          <a:ln w="12700">
            <a:solidFill>
              <a:srgbClr val="E5E0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404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 Conversion Fee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84048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spread on cross-currency entries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35440" y="4087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4087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revenue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0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9834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Licensing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98348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literacy program for institutions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35440" y="5230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0" y="5230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Business Model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2331720"/>
            <a:ext cx="8229600" cy="0"/>
          </a:xfrm>
          <a:prstGeom prst="line">
            <a:avLst/>
          </a:prstGeom>
          <a:noFill/>
          <a:ln w="25400">
            <a:solidFill>
              <a:srgbClr val="D9D2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97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35204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Signup/OTP, sign-in, add/delete transactions, single-currency ledger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97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Multi-Currency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5204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 conversion, Overall Total, multi-row entry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697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5204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Weekly/monthly/yearly analytics, literacy nudges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2103120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697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5204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licensing, multi-child accounts, premium tier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Path Forward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3E5C76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Parent's Hawk watches with the child — not over them.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science-backed, ethically-grounded way for families to learn money together.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flock.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HAWK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2026-09-11T04:50:21Z</dcterms:created>
  <dcterms:modified xsi:type="dcterms:W3CDTF">2026-09-11T04:50:21Z</dcterms:modified>
</cp:coreProperties>
</file>